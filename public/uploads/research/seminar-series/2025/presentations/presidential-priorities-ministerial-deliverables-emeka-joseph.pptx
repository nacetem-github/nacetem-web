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3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1406" y="297539"/>
            <a:ext cx="8889326" cy="3699695"/>
          </a:xfrm>
        </p:spPr>
        <p:txBody>
          <a:bodyPr>
            <a:normAutofit fontScale="90000"/>
          </a:bodyPr>
          <a:lstStyle/>
          <a:p>
            <a:r>
              <a:rPr lang="en-US" sz="5400" b="1" dirty="0"/>
              <a:t>PRESIDENTIAL PRIORITIES AND MINISTERIAL DELIVERABLES (</a:t>
            </a:r>
            <a:r>
              <a:rPr lang="en-US" sz="5400" b="1" dirty="0">
                <a:cs typeface="Arial" panose="020B0604020202020204" pitchFamily="34" charset="0"/>
              </a:rPr>
              <a:t>PP&amp;MD</a:t>
            </a:r>
            <a:r>
              <a:rPr lang="en-US" sz="5400" b="1" dirty="0"/>
              <a:t>):</a:t>
            </a:r>
            <a:br>
              <a:rPr lang="en-US" sz="5400" b="1" dirty="0"/>
            </a:br>
            <a:br>
              <a:rPr lang="en-US" sz="5400" b="1" dirty="0"/>
            </a:br>
            <a:r>
              <a:rPr lang="en-US" sz="5400" b="1" dirty="0"/>
              <a:t>-THE ROLE OF NACETEM.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1406" y="5309772"/>
            <a:ext cx="7874137" cy="1548228"/>
          </a:xfrm>
        </p:spPr>
        <p:txBody>
          <a:bodyPr>
            <a:normAutofit/>
          </a:bodyPr>
          <a:lstStyle/>
          <a:p>
            <a:r>
              <a:rPr lang="en-US" sz="3200" dirty="0"/>
              <a:t>Presentation by:  </a:t>
            </a:r>
            <a:r>
              <a:rPr lang="en-US" sz="3200" b="1" dirty="0"/>
              <a:t>EMEKA JOSEPH</a:t>
            </a:r>
          </a:p>
        </p:txBody>
      </p:sp>
    </p:spTree>
    <p:extLst>
      <p:ext uri="{BB962C8B-B14F-4D97-AF65-F5344CB8AC3E}">
        <p14:creationId xmlns:p14="http://schemas.microsoft.com/office/powerpoint/2010/main" val="1530393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2034" y="493482"/>
            <a:ext cx="8911687" cy="1280890"/>
          </a:xfrm>
        </p:spPr>
        <p:txBody>
          <a:bodyPr/>
          <a:lstStyle/>
          <a:p>
            <a:r>
              <a:rPr lang="en-US" b="1" dirty="0"/>
              <a:t>EXPECTED OUTCOME AT THE END OF THE PRESENTATION: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2034" y="2055223"/>
            <a:ext cx="5976309" cy="377762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 overview of the PP&amp;MD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Objectives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Methodology for evaluating PP&amp;MD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Areas that NACETEM is involved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Reporting Format for NACETEM</a:t>
            </a:r>
          </a:p>
        </p:txBody>
      </p:sp>
    </p:spTree>
    <p:extLst>
      <p:ext uri="{BB962C8B-B14F-4D97-AF65-F5344CB8AC3E}">
        <p14:creationId xmlns:p14="http://schemas.microsoft.com/office/powerpoint/2010/main" val="2379795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2034" y="493482"/>
            <a:ext cx="7308720" cy="734428"/>
          </a:xfrm>
        </p:spPr>
        <p:txBody>
          <a:bodyPr>
            <a:normAutofit/>
          </a:bodyPr>
          <a:lstStyle/>
          <a:p>
            <a:r>
              <a:rPr lang="en-US" sz="4000" b="1" dirty="0"/>
              <a:t>INTRODUCTION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2034" y="1715588"/>
            <a:ext cx="7569977" cy="400594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Nigerian government, under the current administration, has outlined a clear framework of priorities aimed at addressing the nation's most pressing challenges and fostering sustainable development.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These priorities form the foundation for ministerial deliverables. The deliverables are strategic targets assigned to various ministries to drive impactful results across critical sectors</a:t>
            </a:r>
          </a:p>
        </p:txBody>
      </p:sp>
      <p:pic>
        <p:nvPicPr>
          <p:cNvPr id="4098" name="Picture 2" descr="Ministry of Budget and Economic Planning of Niger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2011" y="2302329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7902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ow to Define Deliverables in Project Management (+ Examples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7841" y="3921850"/>
            <a:ext cx="4249964" cy="2767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2034" y="493482"/>
            <a:ext cx="8911687" cy="851992"/>
          </a:xfrm>
        </p:spPr>
        <p:txBody>
          <a:bodyPr>
            <a:normAutofit/>
          </a:bodyPr>
          <a:lstStyle/>
          <a:p>
            <a:r>
              <a:rPr lang="en-US" sz="4000" b="1" dirty="0"/>
              <a:t>MINISTERIAL DELIVERABLES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2034" y="1319350"/>
            <a:ext cx="7530789" cy="4306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order the priorities of Mr. President, each ministry is tasked with specific deliverables aligned with the administration's priorities. These include: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Development of policies, projects, and programs to address sectoral challenges.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Collaboration with stakeholders to ensure efficient and impactful implementation.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Regular monitoring and reporting of progress to maintain 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811520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0331" y="584922"/>
            <a:ext cx="10064983" cy="851992"/>
          </a:xfrm>
        </p:spPr>
        <p:txBody>
          <a:bodyPr>
            <a:noAutofit/>
          </a:bodyPr>
          <a:lstStyle/>
          <a:p>
            <a:r>
              <a:rPr lang="en-US" sz="4000" b="1" dirty="0"/>
              <a:t> THE 8 PRIORITY AREAS OF MR PRESIDENT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38" y="1436913"/>
            <a:ext cx="11433031" cy="513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301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2034" y="493482"/>
            <a:ext cx="8911687" cy="851992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OBJECTIVES OF</a:t>
            </a:r>
            <a:r>
              <a:rPr lang="en-US" sz="4000" b="1" dirty="0">
                <a:latin typeface="+mn-lt"/>
                <a:cs typeface="Arial" panose="020B0604020202020204" pitchFamily="34" charset="0"/>
              </a:rPr>
              <a:t> THE PP&amp;MD</a:t>
            </a:r>
            <a:endParaRPr lang="en-US" sz="40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2034" y="1541418"/>
            <a:ext cx="7530789" cy="33963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Objectives of PP&amp;MD are to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Achieve a diversified and resilient economy.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Enhanced security and improved quality of life for citizens.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Modernized infrastructure and better public services.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Ensure a transparent and accountable government</a:t>
            </a:r>
          </a:p>
        </p:txBody>
      </p:sp>
    </p:spTree>
    <p:extLst>
      <p:ext uri="{BB962C8B-B14F-4D97-AF65-F5344CB8AC3E}">
        <p14:creationId xmlns:p14="http://schemas.microsoft.com/office/powerpoint/2010/main" val="3940011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3211" y="545733"/>
            <a:ext cx="9346526" cy="60379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METHODOLOGY ADOPTED FOR THE MINISTERIAL PERFORMANCE REVIEW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119" y="1592585"/>
            <a:ext cx="11477144" cy="504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152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2034" y="493482"/>
            <a:ext cx="8911687" cy="851992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PRIORITY AREAS AND DELIVERABLES FOR NACETEM.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3918" y="2233751"/>
            <a:ext cx="6507305" cy="442830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high impact deliverables - Enhancing research and collaboration within agencies.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Implementation of 2022 STI Policy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Bridging MSMEs gap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Developing STI programs</a:t>
            </a:r>
          </a:p>
        </p:txBody>
      </p:sp>
      <p:sp>
        <p:nvSpPr>
          <p:cNvPr id="4" name="AutoShape 2" descr="https://nacetem.gov.ng/logo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 descr="https://nacetem.gov.ng/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1486" y="2233751"/>
            <a:ext cx="2848746" cy="2807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3071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525" y="597985"/>
            <a:ext cx="8911687" cy="851992"/>
          </a:xfrm>
        </p:spPr>
        <p:txBody>
          <a:bodyPr>
            <a:normAutofit/>
          </a:bodyPr>
          <a:lstStyle/>
          <a:p>
            <a:r>
              <a:rPr lang="en-US" sz="4000" b="1" dirty="0"/>
              <a:t>ROLES OF NACETEM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8526" y="1737361"/>
            <a:ext cx="7387098" cy="271707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Evaluation of the current reporting template of the ministry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Improving on the agency's current performance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Others, collective discussion, WE take a look at the current reporting format for the ministry.</a:t>
            </a:r>
          </a:p>
        </p:txBody>
      </p:sp>
    </p:spTree>
    <p:extLst>
      <p:ext uri="{BB962C8B-B14F-4D97-AF65-F5344CB8AC3E}">
        <p14:creationId xmlns:p14="http://schemas.microsoft.com/office/powerpoint/2010/main" val="3258229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2034" y="493482"/>
            <a:ext cx="8911687" cy="851992"/>
          </a:xfrm>
        </p:spPr>
        <p:txBody>
          <a:bodyPr>
            <a:normAutofit/>
          </a:bodyPr>
          <a:lstStyle/>
          <a:p>
            <a:r>
              <a:rPr lang="en-US" sz="4000" b="1" dirty="0"/>
              <a:t>REPORTING FORMAT FOR NACETEM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2034" y="1698170"/>
            <a:ext cx="7530789" cy="387531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Name of program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Comprehensive report or resolution from the program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Attached picture evidence</a:t>
            </a:r>
          </a:p>
        </p:txBody>
      </p:sp>
      <p:pic>
        <p:nvPicPr>
          <p:cNvPr id="2052" name="Picture 4" descr="Graph report - Free business and finance ic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9597" y="3232056"/>
            <a:ext cx="2694124" cy="269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1367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2034" y="493482"/>
            <a:ext cx="8911687" cy="851992"/>
          </a:xfrm>
        </p:spPr>
        <p:txBody>
          <a:bodyPr>
            <a:normAutofit/>
          </a:bodyPr>
          <a:lstStyle/>
          <a:p>
            <a:r>
              <a:rPr lang="en-US" sz="4000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2034" y="1502227"/>
            <a:ext cx="8118617" cy="4480561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conclusion, this presentation has provided a comprehensive overview of the Presidential Priorities and Ministerial Deliverables (PP&amp;MD), emphasizing NACETEM's critical role in driving impactful outcomes.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Through strategic implementation of STI policies, bridging MSME gaps, and fostering research collaboration, NACETEM contributes significantly to achieving national development goals.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By maintaining accountability and aligning efforts with the administration's priorities, NACETEM stands as a vital player in realizing sustainable development in Nigeria.</a:t>
            </a:r>
          </a:p>
        </p:txBody>
      </p:sp>
    </p:spTree>
    <p:extLst>
      <p:ext uri="{BB962C8B-B14F-4D97-AF65-F5344CB8AC3E}">
        <p14:creationId xmlns:p14="http://schemas.microsoft.com/office/powerpoint/2010/main" val="2063538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6" y="624110"/>
            <a:ext cx="6747018" cy="6142450"/>
          </a:xfrm>
        </p:spPr>
        <p:txBody>
          <a:bodyPr>
            <a:noAutofit/>
          </a:bodyPr>
          <a:lstStyle/>
          <a:p>
            <a:pPr algn="ctr"/>
            <a:r>
              <a:rPr lang="en-US" sz="11500" b="1" dirty="0"/>
              <a:t>Thank you for Listening</a:t>
            </a:r>
          </a:p>
        </p:txBody>
      </p:sp>
    </p:spTree>
    <p:extLst>
      <p:ext uri="{BB962C8B-B14F-4D97-AF65-F5344CB8AC3E}">
        <p14:creationId xmlns:p14="http://schemas.microsoft.com/office/powerpoint/2010/main" val="396766989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82</TotalTime>
  <Words>407</Words>
  <Application>Microsoft Office PowerPoint</Application>
  <PresentationFormat>Widescreen</PresentationFormat>
  <Paragraphs>44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Wisp</vt:lpstr>
      <vt:lpstr>PRESIDENTIAL PRIORITIES AND MINISTERIAL DELIVERABLES (PP&amp;MD):  -THE ROLE OF NACETEM.</vt:lpstr>
      <vt:lpstr>EXPECTED OUTCOME AT THE END OF THE PRESENTATION:</vt:lpstr>
      <vt:lpstr>INTRODUCTION </vt:lpstr>
      <vt:lpstr>MINISTERIAL DELIVERABLES </vt:lpstr>
      <vt:lpstr> THE 8 PRIORITY AREAS OF MR PRESIDENT</vt:lpstr>
      <vt:lpstr>OBJECTIVES OF THE PP&amp;MD</vt:lpstr>
      <vt:lpstr>METHODOLOGY ADOPTED FOR THE MINISTERIAL PERFORMANCE REVIEW </vt:lpstr>
      <vt:lpstr>PRIORITY AREAS AND DELIVERABLES FOR NACETEM.</vt:lpstr>
      <vt:lpstr>ROLES OF NACETEM </vt:lpstr>
      <vt:lpstr>REPORTING FORMAT FOR NACETEM </vt:lpstr>
      <vt:lpstr>CONCLUSION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PRESIDENTIAL PRIORITIES AND MINISTERIAL DELIVERABLES (PP&amp;MD):  -THE ROLE OF NACETEM.</dc:title>
  <dc:creator>USER</dc:creator>
  <cp:lastModifiedBy>Valentina Assim</cp:lastModifiedBy>
  <cp:revision>12</cp:revision>
  <dcterms:created xsi:type="dcterms:W3CDTF">2025-01-22T12:46:59Z</dcterms:created>
  <dcterms:modified xsi:type="dcterms:W3CDTF">2025-01-23T09:25:39Z</dcterms:modified>
</cp:coreProperties>
</file>